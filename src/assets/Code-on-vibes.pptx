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8" r:id="rId3"/>
    <p:sldId id="259" r:id="rId4"/>
    <p:sldId id="264" r:id="rId5"/>
    <p:sldId id="265" r:id="rId6"/>
    <p:sldId id="266" r:id="rId7"/>
    <p:sldId id="268" r:id="rId8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Tw Cen MT" panose="020B0602020104020603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1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6518" y="1951178"/>
            <a:ext cx="13034964" cy="3763820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6518" y="5829301"/>
            <a:ext cx="13034964" cy="2057399"/>
          </a:xfrm>
        </p:spPr>
        <p:txBody>
          <a:bodyPr>
            <a:normAutofit/>
          </a:bodyPr>
          <a:lstStyle>
            <a:lvl1pPr marL="0" indent="0" algn="ctr">
              <a:buNone/>
              <a:defRPr sz="3300">
                <a:solidFill>
                  <a:schemeClr val="bg1">
                    <a:lumMod val="50000"/>
                  </a:schemeClr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17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370661" y="3550639"/>
            <a:ext cx="15545739" cy="5136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1" y="1242845"/>
            <a:ext cx="15527628" cy="4105229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661" y="5486186"/>
            <a:ext cx="15527628" cy="2052275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bg1">
                    <a:lumMod val="50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3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370663" y="927776"/>
            <a:ext cx="15546677" cy="23942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370661" y="3550639"/>
            <a:ext cx="7659039" cy="5136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9258300" y="3550639"/>
            <a:ext cx="7658100" cy="5136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6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370663" y="927776"/>
            <a:ext cx="15546677" cy="23942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492" y="3556527"/>
            <a:ext cx="7310211" cy="1019991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9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370662" y="4576519"/>
            <a:ext cx="7659041" cy="411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594635" y="3556527"/>
            <a:ext cx="7322706" cy="1019991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9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9258301" y="4576519"/>
            <a:ext cx="7658102" cy="411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1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9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3" y="914400"/>
            <a:ext cx="5903532" cy="3034878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7617094" y="914401"/>
            <a:ext cx="9300245" cy="7772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2" y="3949278"/>
            <a:ext cx="5903534" cy="4737522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0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2" y="914400"/>
            <a:ext cx="8902454" cy="3034881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37205" y="914402"/>
            <a:ext cx="4883037" cy="77724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2" y="3949278"/>
            <a:ext cx="8902424" cy="4737521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13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1" y="6434061"/>
            <a:ext cx="15546648" cy="121741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77116" y="1047392"/>
            <a:ext cx="14733798" cy="4821204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1" y="7663092"/>
            <a:ext cx="15546678" cy="1023708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2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1" y="914399"/>
            <a:ext cx="15546678" cy="5140868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3" y="6307232"/>
            <a:ext cx="15546678" cy="2379570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8" y="914400"/>
            <a:ext cx="13954128" cy="4489356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580967" y="5415048"/>
            <a:ext cx="13128449" cy="892182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1" y="6559195"/>
            <a:ext cx="15546678" cy="21315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502232" y="113124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36337" y="44903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7517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3" y="3208082"/>
            <a:ext cx="15546678" cy="376775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3" y="6993503"/>
            <a:ext cx="15546678" cy="1710966"/>
          </a:xfrm>
        </p:spPr>
        <p:txBody>
          <a:bodyPr anchor="t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71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70661" y="914400"/>
            <a:ext cx="15546678" cy="24076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70661" y="3550640"/>
            <a:ext cx="4948464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70661" y="4415033"/>
            <a:ext cx="4948464" cy="4271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78584" y="3550640"/>
            <a:ext cx="493728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6662023" y="4415033"/>
            <a:ext cx="4955027" cy="4271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59947" y="3550640"/>
            <a:ext cx="495739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959947" y="4415033"/>
            <a:ext cx="4957392" cy="4271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21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370661" y="916158"/>
            <a:ext cx="15546678" cy="24058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70662" y="6307230"/>
            <a:ext cx="4944614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3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70662" y="3550640"/>
            <a:ext cx="4944614" cy="2286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70662" y="7171623"/>
            <a:ext cx="4944614" cy="1515177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4139" y="6307230"/>
            <a:ext cx="495274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3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662022" y="3550640"/>
            <a:ext cx="4955028" cy="2286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62022" y="7171621"/>
            <a:ext cx="4955028" cy="1515179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59948" y="6307230"/>
            <a:ext cx="495102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3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1959947" y="3550640"/>
            <a:ext cx="4957392" cy="2286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59760" y="7171618"/>
            <a:ext cx="4957580" cy="151518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9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370663" y="3550640"/>
            <a:ext cx="15546678" cy="51361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34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914402"/>
            <a:ext cx="3829989" cy="77723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370663" y="914402"/>
            <a:ext cx="11488086" cy="77723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2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8288005" cy="102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0663" y="927776"/>
            <a:ext cx="15546677" cy="2394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663" y="3550640"/>
            <a:ext cx="15546678" cy="51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18106" y="8824913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0662" y="8824913"/>
            <a:ext cx="1000933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7" y="8824913"/>
            <a:ext cx="1146323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5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13716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Clr>
          <a:schemeClr val="tx1"/>
        </a:buClr>
        <a:buFont typeface="Arial" panose="020B0604020202020204" pitchFamily="34" charset="0"/>
        <a:buChar char="•"/>
        <a:defRPr sz="3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7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4595813" y="904875"/>
            <a:ext cx="9096375" cy="2257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4"/>
              </a:lnSpc>
            </a:pPr>
            <a:r>
              <a:rPr lang="en-US" sz="651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Round 1</a:t>
            </a:r>
          </a:p>
          <a:p>
            <a:pPr algn="ctr">
              <a:lnSpc>
                <a:spcPts val="9124"/>
              </a:lnSpc>
            </a:pPr>
            <a:r>
              <a:rPr lang="en-US" sz="651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Code-on-Vibes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12256" y="4569419"/>
            <a:ext cx="12663488" cy="1264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6"/>
              </a:lnSpc>
              <a:spcBef>
                <a:spcPct val="0"/>
              </a:spcBef>
            </a:pPr>
            <a:r>
              <a:rPr lang="en-US" sz="363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Name: [Your Team Name]</a:t>
            </a:r>
          </a:p>
          <a:p>
            <a:pPr algn="ctr">
              <a:lnSpc>
                <a:spcPts val="5086"/>
              </a:lnSpc>
              <a:spcBef>
                <a:spcPct val="0"/>
              </a:spcBef>
            </a:pPr>
            <a:r>
              <a:rPr lang="en-US" sz="363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City: [Your City Name]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8DC420-8911-AB02-7FFD-E6B147616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-342900"/>
            <a:ext cx="3057525" cy="3924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BDFBA6-7D4F-9B6F-00D9-66EBF8F846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79608"/>
            <a:ext cx="262890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4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pPr algn="ctr">
              <a:lnSpc>
                <a:spcPts val="5086"/>
              </a:lnSpc>
              <a:spcBef>
                <a:spcPct val="0"/>
              </a:spcBef>
            </a:pPr>
            <a:endParaRPr lang="en-US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218E4-0C3E-D829-FD25-D2CAF292389E}"/>
              </a:ext>
            </a:extLst>
          </p:cNvPr>
          <p:cNvSpPr txBox="1"/>
          <p:nvPr/>
        </p:nvSpPr>
        <p:spPr>
          <a:xfrm>
            <a:off x="1371600" y="419100"/>
            <a:ext cx="14421687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86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334930-2001-8FA8-2DB0-0E4784523793}"/>
              </a:ext>
            </a:extLst>
          </p:cNvPr>
          <p:cNvSpPr txBox="1"/>
          <p:nvPr/>
        </p:nvSpPr>
        <p:spPr>
          <a:xfrm>
            <a:off x="8600640" y="3643095"/>
            <a:ext cx="9906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b="1" dirty="0"/>
              <a:t>Describe your solution in a clear and concise manner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000" b="1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/>
              <a:t>You may include any system architecture diagram you have over here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000" b="1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b="1" dirty="0"/>
              <a:t>Cutting-edge technologies / novel approaches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83998-D66B-76FA-27C0-2DBF46DE2A54}"/>
              </a:ext>
            </a:extLst>
          </p:cNvPr>
          <p:cNvSpPr txBox="1"/>
          <p:nvPr/>
        </p:nvSpPr>
        <p:spPr>
          <a:xfrm>
            <a:off x="1214220" y="3873927"/>
            <a:ext cx="61722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/>
              <a:t>Idea/Solution/Prototype Overview </a:t>
            </a:r>
          </a:p>
          <a:p>
            <a:pPr marL="457200" lvl="0" indent="-4572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/>
              <a:t>Detailed Explanation: </a:t>
            </a:r>
          </a:p>
          <a:p>
            <a:pPr marL="457200" lvl="0" indent="-4572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b="1" dirty="0"/>
              <a:t>How the solution works </a:t>
            </a:r>
          </a:p>
          <a:p>
            <a:pPr marL="457200" lvl="0" indent="-4572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b="1" dirty="0"/>
              <a:t>Key components of the solution</a:t>
            </a:r>
            <a:endParaRPr lang="en-US" sz="3000" b="1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8E7A74-F260-3E1D-C3AA-91C4944C6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-342900"/>
            <a:ext cx="3057525" cy="3924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EC94DD-9A4B-C24F-A649-EC47C9E8E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79608"/>
            <a:ext cx="262890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-7960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9002E-ABFE-A811-84AA-E01C7272130B}"/>
              </a:ext>
            </a:extLst>
          </p:cNvPr>
          <p:cNvSpPr txBox="1"/>
          <p:nvPr/>
        </p:nvSpPr>
        <p:spPr>
          <a:xfrm>
            <a:off x="3886200" y="647700"/>
            <a:ext cx="91440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86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APPROACH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863EF0-4389-C87C-708C-2749C631E477}"/>
              </a:ext>
            </a:extLst>
          </p:cNvPr>
          <p:cNvSpPr txBox="1"/>
          <p:nvPr/>
        </p:nvSpPr>
        <p:spPr>
          <a:xfrm>
            <a:off x="4038600" y="3067050"/>
            <a:ext cx="89916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Methods used to approach different aspects of the problem</a:t>
            </a:r>
          </a:p>
          <a:p>
            <a:endParaRPr lang="en-US" sz="3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Step-by-step explanation of the approach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Logical breakdown of the process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Key Challenges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How They Are Addressed </a:t>
            </a:r>
            <a:endParaRPr lang="en-I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EB9CC-2022-0BA5-1EDC-A1C81AE9A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-342900"/>
            <a:ext cx="3057525" cy="3924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F9F81D-BD3E-95D8-41CF-3BD6CF691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79608"/>
            <a:ext cx="262890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4CC9D-7F63-38D8-E466-88DE2A71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BE0D67-3CAB-3911-7ADA-3690210A620C}"/>
              </a:ext>
            </a:extLst>
          </p:cNvPr>
          <p:cNvSpPr/>
          <p:nvPr/>
        </p:nvSpPr>
        <p:spPr>
          <a:xfrm>
            <a:off x="-76200" y="-2223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690B9-696D-E311-1FFA-986AB189F758}"/>
              </a:ext>
            </a:extLst>
          </p:cNvPr>
          <p:cNvSpPr txBox="1"/>
          <p:nvPr/>
        </p:nvSpPr>
        <p:spPr>
          <a:xfrm>
            <a:off x="3886200" y="647700"/>
            <a:ext cx="91440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86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USP and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41F547-5D89-E1FD-7D64-42D8D9296450}"/>
              </a:ext>
            </a:extLst>
          </p:cNvPr>
          <p:cNvSpPr txBox="1"/>
          <p:nvPr/>
        </p:nvSpPr>
        <p:spPr>
          <a:xfrm>
            <a:off x="1371600" y="3366943"/>
            <a:ext cx="91440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Unique Selling Points (USPs): </a:t>
            </a:r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What makes the solution special? </a:t>
            </a:r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How does it outperform alternatives?</a:t>
            </a:r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How does it overcome drawbacks in other solutions?</a:t>
            </a:r>
            <a:endParaRPr lang="en-IN" sz="3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2EC12-7291-2F2D-199F-BFA590BD9688}"/>
              </a:ext>
            </a:extLst>
          </p:cNvPr>
          <p:cNvSpPr txBox="1"/>
          <p:nvPr/>
        </p:nvSpPr>
        <p:spPr>
          <a:xfrm>
            <a:off x="11353800" y="3402768"/>
            <a:ext cx="7391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Key Features: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Feature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Feature 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Feature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72CFDB-2076-8DA1-F7A8-D90597D0B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-342900"/>
            <a:ext cx="3057525" cy="39241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554CE2-AFDB-E4FC-FFE8-E37FEF65F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79608"/>
            <a:ext cx="26289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1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7EFDB-84AD-AD52-BB45-C4E04E9E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35730D-7C96-FDE2-3F45-15A08F187002}"/>
              </a:ext>
            </a:extLst>
          </p:cNvPr>
          <p:cNvSpPr/>
          <p:nvPr/>
        </p:nvSpPr>
        <p:spPr>
          <a:xfrm>
            <a:off x="-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A5838-9C18-DB24-686D-0A51F70F7F0F}"/>
              </a:ext>
            </a:extLst>
          </p:cNvPr>
          <p:cNvSpPr txBox="1"/>
          <p:nvPr/>
        </p:nvSpPr>
        <p:spPr>
          <a:xfrm>
            <a:off x="3886200" y="647700"/>
            <a:ext cx="91440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86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 USED AND IMPLEMENTATION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ACBE3E-08D8-99F5-E6F5-2CFF199639C4}"/>
              </a:ext>
            </a:extLst>
          </p:cNvPr>
          <p:cNvSpPr txBox="1"/>
          <p:nvPr/>
        </p:nvSpPr>
        <p:spPr>
          <a:xfrm>
            <a:off x="630072" y="4533900"/>
            <a:ext cx="8534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/>
              <a:t>Explain what technologies / tools used and why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b="1" dirty="0"/>
              <a:t>Eg: AI/ML – which model, and why is it a good 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/>
              <a:t>Programming Languages: [</a:t>
            </a:r>
            <a:r>
              <a:rPr lang="en-US" sz="3000" b="1" dirty="0" err="1"/>
              <a:t>eg</a:t>
            </a:r>
            <a:r>
              <a:rPr lang="en-US" sz="3000" b="1" dirty="0"/>
              <a:t>: Python, JS]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/>
              <a:t>Frameworks: [</a:t>
            </a:r>
            <a:r>
              <a:rPr lang="en-US" sz="3000" b="1" dirty="0" err="1"/>
              <a:t>eg</a:t>
            </a:r>
            <a:r>
              <a:rPr lang="en-US" sz="3000" b="1" dirty="0"/>
              <a:t>: React, Flask, </a:t>
            </a:r>
            <a:r>
              <a:rPr lang="en-US" sz="3000" b="1" dirty="0" err="1"/>
              <a:t>etc</a:t>
            </a:r>
            <a:r>
              <a:rPr lang="en-US" sz="3000" b="1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/>
              <a:t>Databases: [</a:t>
            </a:r>
            <a:r>
              <a:rPr lang="en-US" sz="3000" b="1" dirty="0" err="1"/>
              <a:t>e.g</a:t>
            </a:r>
            <a:r>
              <a:rPr lang="en-US" sz="3000" b="1" dirty="0"/>
              <a:t>: SQLite, MongoDB, </a:t>
            </a:r>
            <a:r>
              <a:rPr lang="en-US" sz="3000" b="1" dirty="0" err="1"/>
              <a:t>etc</a:t>
            </a:r>
            <a:r>
              <a:rPr lang="en-US" sz="3000" b="1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/>
              <a:t>Hardware (if any)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000" b="1" dirty="0"/>
          </a:p>
          <a:p>
            <a:endParaRPr lang="en-IN" sz="3000" b="1" dirty="0"/>
          </a:p>
        </p:txBody>
      </p:sp>
      <p:pic>
        <p:nvPicPr>
          <p:cNvPr id="2050" name="Picture 2" descr="Hardware Icon PNG Transparent Background, Free Download #2888 - FreeIconsPNG">
            <a:extLst>
              <a:ext uri="{FF2B5EF4-FFF2-40B4-BE49-F238E27FC236}">
                <a16:creationId xmlns:a16="http://schemas.microsoft.com/office/drawing/2014/main" id="{DD4BCB2B-9548-CDCB-45EF-17912E381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901" y="3105653"/>
            <a:ext cx="1400383" cy="140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C80618-1CCE-CFAD-73F7-EA78CE59234F}"/>
              </a:ext>
            </a:extLst>
          </p:cNvPr>
          <p:cNvSpPr txBox="1"/>
          <p:nvPr/>
        </p:nvSpPr>
        <p:spPr>
          <a:xfrm>
            <a:off x="9509078" y="4044736"/>
            <a:ext cx="8534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Implementation Methodology</a:t>
            </a:r>
          </a:p>
          <a:p>
            <a:pPr algn="ctr"/>
            <a:endParaRPr lang="en-US" sz="3000" b="1" dirty="0"/>
          </a:p>
          <a:p>
            <a:pPr algn="ctr"/>
            <a:r>
              <a:rPr lang="en-US" sz="3000" b="1" dirty="0"/>
              <a:t>Any flowcharts, images, </a:t>
            </a:r>
            <a:r>
              <a:rPr lang="en-US" sz="3000" b="1" dirty="0" err="1"/>
              <a:t>UserFlow</a:t>
            </a:r>
            <a:r>
              <a:rPr lang="en-US" sz="3000" b="1" dirty="0"/>
              <a:t> Diagram, </a:t>
            </a:r>
            <a:r>
              <a:rPr lang="en-US" sz="3000" b="1" dirty="0" err="1"/>
              <a:t>etc</a:t>
            </a:r>
            <a:endParaRPr lang="en-I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D6C4D6-D1B9-266F-5C13-351F4FA574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-342900"/>
            <a:ext cx="3057525" cy="3924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AC8E00-BB7B-997B-99C0-4F5DAA453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79608"/>
            <a:ext cx="26289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04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2BB80-4252-3A95-77EE-9A0BC31A3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4A774F-C993-EF77-377E-97386956717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B30EF-3118-F2B4-73A0-81BDE6A03C6F}"/>
              </a:ext>
            </a:extLst>
          </p:cNvPr>
          <p:cNvSpPr txBox="1"/>
          <p:nvPr/>
        </p:nvSpPr>
        <p:spPr>
          <a:xfrm>
            <a:off x="4640262" y="647700"/>
            <a:ext cx="91440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86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POTENTIAL IMPACT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FBF21-0AE8-7E0F-73AC-1A3828251662}"/>
              </a:ext>
            </a:extLst>
          </p:cNvPr>
          <p:cNvSpPr txBox="1"/>
          <p:nvPr/>
        </p:nvSpPr>
        <p:spPr>
          <a:xfrm>
            <a:off x="0" y="3285983"/>
            <a:ext cx="18288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200" b="1" dirty="0"/>
              <a:t>Impact on Target Audience /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200" b="1" dirty="0"/>
              <a:t>Benefits of the Solution /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200" b="1" dirty="0"/>
              <a:t>Social Impact /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200" b="1" dirty="0"/>
              <a:t>Economic Benefits /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200" b="1" dirty="0"/>
              <a:t>Environmental Contributions </a:t>
            </a:r>
            <a:endParaRPr lang="en-I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25DAA-FC45-3FD9-0654-6E3EA15D8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-342900"/>
            <a:ext cx="3057525" cy="3924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695843-980D-5D2D-B88A-87F97E3E5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79608"/>
            <a:ext cx="26289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8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CE3B-6ED2-169C-79C5-F54F20782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735CAD-57AD-EDB1-DAFF-8DC0AEF7F4E2}"/>
              </a:ext>
            </a:extLst>
          </p:cNvPr>
          <p:cNvSpPr/>
          <p:nvPr/>
        </p:nvSpPr>
        <p:spPr>
          <a:xfrm>
            <a:off x="-870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A9619-D754-4BEB-36C2-D8D5E5CFD570}"/>
              </a:ext>
            </a:extLst>
          </p:cNvPr>
          <p:cNvSpPr txBox="1"/>
          <p:nvPr/>
        </p:nvSpPr>
        <p:spPr>
          <a:xfrm>
            <a:off x="3886200" y="647700"/>
            <a:ext cx="91440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86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DETAILS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058760-DB85-2A5C-2158-01EF98476CB8}"/>
              </a:ext>
            </a:extLst>
          </p:cNvPr>
          <p:cNvSpPr txBox="1"/>
          <p:nvPr/>
        </p:nvSpPr>
        <p:spPr>
          <a:xfrm>
            <a:off x="0" y="2949904"/>
            <a:ext cx="18211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NAME		YEAR		BRANCH		EMAIL		College</a:t>
            </a:r>
          </a:p>
          <a:p>
            <a:pPr algn="ctr"/>
            <a:endParaRPr lang="en-US" sz="3000" b="1" dirty="0"/>
          </a:p>
          <a:p>
            <a:pPr algn="ctr"/>
            <a:r>
              <a:rPr lang="en-US" sz="3000" b="1" dirty="0"/>
              <a:t>[Member 1]		[YEAR]		[BRANCH]		[EMAIL]		[College]</a:t>
            </a:r>
          </a:p>
          <a:p>
            <a:pPr algn="ctr"/>
            <a:r>
              <a:rPr lang="en-US" sz="3000" b="1" dirty="0"/>
              <a:t>[Member 2]		[YEAR]		[BRANCH]		[EMAIL]		[College]</a:t>
            </a:r>
          </a:p>
          <a:p>
            <a:pPr algn="ctr"/>
            <a:r>
              <a:rPr lang="en-US" sz="3000" b="1" dirty="0"/>
              <a:t>[Member 3]		[YEAR]		[BRANCH]		[EMAIL]		[College]</a:t>
            </a:r>
          </a:p>
          <a:p>
            <a:pPr algn="ctr"/>
            <a:r>
              <a:rPr lang="en-US" sz="3000" b="1" dirty="0"/>
              <a:t>[Member 4]		[YEAR]		[BRANCH]		[EMAIL]		[College]</a:t>
            </a:r>
          </a:p>
          <a:p>
            <a:pPr algn="ctr"/>
            <a:r>
              <a:rPr lang="en-US" sz="3000" b="1" dirty="0"/>
              <a:t>[Member 5]		[YEAR]		[BRANCH]		[EMAIL]		[College]</a:t>
            </a:r>
          </a:p>
          <a:p>
            <a:pPr algn="ctr"/>
            <a:r>
              <a:rPr lang="en-US" sz="3000" b="1" dirty="0"/>
              <a:t>[Member 6]		[YEAR]		[BRANCH]		[EMAIL]		[College]</a:t>
            </a:r>
          </a:p>
          <a:p>
            <a:pPr algn="ctr"/>
            <a:endParaRPr lang="en-US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9C0080-156C-4B4A-F2DD-6B77376AE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-342900"/>
            <a:ext cx="3057525" cy="3924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9FF180-3D2C-DCE6-939C-96796356F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79608"/>
            <a:ext cx="26289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9986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98</TotalTime>
  <Words>385</Words>
  <Application>Microsoft Office PowerPoint</Application>
  <PresentationFormat>Custom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Tw Cen MT</vt:lpstr>
      <vt:lpstr>Canva Sans Bold</vt:lpstr>
      <vt:lpstr>Canva Sans</vt:lpstr>
      <vt:lpstr>Arial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PROJECT OVERVIEW</dc:title>
  <dc:creator>Chaitanya Pawar</dc:creator>
  <cp:lastModifiedBy>Chaitanya Pawar</cp:lastModifiedBy>
  <cp:revision>5</cp:revision>
  <dcterms:created xsi:type="dcterms:W3CDTF">2006-08-16T00:00:00Z</dcterms:created>
  <dcterms:modified xsi:type="dcterms:W3CDTF">2026-03-02T06:02:45Z</dcterms:modified>
  <dc:identifier>DAHBsAkPryw</dc:identifier>
</cp:coreProperties>
</file>